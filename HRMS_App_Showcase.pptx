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E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BUSINESS MANAGEMENT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6459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HRMS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Attendance, Salary &amp; Ledger — in one app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bilingual (Gujarati / Hindi / English) React Native app that runs a small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end to end — employees and daily-wage attendance, salary and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advances, customer dues and full income–expense accounting.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257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6297A"/>
          </a:solidFill>
          <a:ln w="12700">
            <a:solidFill>
              <a:srgbClr val="3A5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257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+ EMPLOYEE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52578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6297A"/>
          </a:solidFill>
          <a:ln w="12700">
            <a:solidFill>
              <a:srgbClr val="3A56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5257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OFFLINE-READY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52578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6297A"/>
          </a:solidFill>
          <a:ln w="12700">
            <a:solidFill>
              <a:srgbClr val="3A56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5257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GUJARATI-FIRST</a:t>
            </a:r>
            <a:endParaRPr lang="en-US" sz="1050" dirty="0"/>
          </a:p>
        </p:txBody>
      </p:sp>
      <p:pic>
        <p:nvPicPr>
          <p:cNvPr id="12" name="Image 0" descr="h_owner_d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640080"/>
            <a:ext cx="2697480" cy="568359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 •  SHREEJI TRADERS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Sign-ins, One Business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login screen splits into Owner and Employee — each role gets its own tailored app.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321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3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547B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in with Email + password</a:t>
            </a:r>
            <a:endParaRPr lang="en-US" sz="1200" dirty="0"/>
          </a:p>
        </p:txBody>
      </p:sp>
      <p:pic>
        <p:nvPicPr>
          <p:cNvPr id="8" name="Image 0" descr="h_owner_dra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148840"/>
            <a:ext cx="1463040" cy="3082625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914400" y="3246120"/>
            <a:ext cx="4800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staff count, dues, monthly spend</a:t>
            </a:r>
            <a:endParaRPr lang="en-US" sz="130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employees &amp; daily-wage rates</a:t>
            </a:r>
            <a:endParaRPr lang="en-US" sz="130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calendar &amp; one-tap approval</a:t>
            </a:r>
            <a:endParaRPr lang="en-US" sz="130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ledger (khatu) &amp; receivables</a:t>
            </a:r>
            <a:endParaRPr lang="en-US" sz="130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income–expense accounting + reports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46520" y="1828800"/>
            <a:ext cx="55321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34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12280" y="219456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FA463"/>
          </a:solidFill>
          <a:ln/>
        </p:spPr>
      </p:sp>
      <p:sp>
        <p:nvSpPr>
          <p:cNvPr id="12" name="Text 9"/>
          <p:cNvSpPr/>
          <p:nvPr/>
        </p:nvSpPr>
        <p:spPr>
          <a:xfrm>
            <a:off x="681228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12280" y="27432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in with Name + 4-digit PIN</a:t>
            </a:r>
            <a:endParaRPr lang="en-US" sz="1200" dirty="0"/>
          </a:p>
        </p:txBody>
      </p:sp>
      <p:pic>
        <p:nvPicPr>
          <p:cNvPr id="14" name="Image 1" descr="h_emp_dra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148840"/>
            <a:ext cx="1463040" cy="3082625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pic>
      <p:sp>
        <p:nvSpPr>
          <p:cNvPr id="15" name="Text 11"/>
          <p:cNvSpPr/>
          <p:nvPr/>
        </p:nvSpPr>
        <p:spPr>
          <a:xfrm>
            <a:off x="6812280" y="3246120"/>
            <a:ext cx="4800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today's attendance in one tap</a:t>
            </a:r>
            <a:endParaRPr lang="en-US" sz="130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attendance calendar</a:t>
            </a:r>
            <a:endParaRPr lang="en-US" sz="130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salary for the month</a:t>
            </a:r>
            <a:endParaRPr lang="en-US" sz="130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 &amp; advances taken</a:t>
            </a:r>
            <a:endParaRPr lang="en-US" sz="130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profile &amp; employer details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 •  SHREEJI TRADERS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Owner's Cockpit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 and the whole business is on one screen.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331720" cy="1783080"/>
          </a:xfrm>
          <a:prstGeom prst="roundRect">
            <a:avLst>
              <a:gd name="adj" fmla="val 5128"/>
            </a:avLst>
          </a:prstGeom>
          <a:solidFill>
            <a:srgbClr val="16234A"/>
          </a:solidFill>
          <a:ln w="12700">
            <a:solidFill>
              <a:srgbClr val="2735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54680" y="1920240"/>
            <a:ext cx="2331720" cy="1783080"/>
          </a:xfrm>
          <a:prstGeom prst="roundRect">
            <a:avLst>
              <a:gd name="adj" fmla="val 5128"/>
            </a:avLst>
          </a:prstGeom>
          <a:solidFill>
            <a:srgbClr val="16234A"/>
          </a:solidFill>
          <a:ln w="12700">
            <a:solidFill>
              <a:srgbClr val="2735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84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₹6.79L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5468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 dues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0" y="1920240"/>
            <a:ext cx="2331720" cy="1783080"/>
          </a:xfrm>
          <a:prstGeom prst="roundRect">
            <a:avLst>
              <a:gd name="adj" fmla="val 5128"/>
            </a:avLst>
          </a:prstGeom>
          <a:solidFill>
            <a:srgbClr val="16234A"/>
          </a:solidFill>
          <a:ln w="12700">
            <a:solidFill>
              <a:srgbClr val="2735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₹2,500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76072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out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66760" y="1920240"/>
            <a:ext cx="2331720" cy="1783080"/>
          </a:xfrm>
          <a:prstGeom prst="roundRect">
            <a:avLst>
              <a:gd name="adj" fmla="val 5128"/>
            </a:avLst>
          </a:prstGeom>
          <a:solidFill>
            <a:srgbClr val="16234A"/>
          </a:solidFill>
          <a:ln w="12700">
            <a:solidFill>
              <a:srgbClr val="2735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84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₹1.31L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36676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Month's expense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7360920" cy="1965960"/>
          </a:xfrm>
          <a:prstGeom prst="roundRect">
            <a:avLst>
              <a:gd name="adj" fmla="val 4651"/>
            </a:avLst>
          </a:prstGeom>
          <a:solidFill>
            <a:srgbClr val="16297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062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Actions, front and centre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attendance, add udhaar (credit) or a payment</a:t>
            </a:r>
            <a:endParaRPr lang="en-US" sz="135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 expense — all from the home screen</a:t>
            </a:r>
            <a:endParaRPr lang="en-US" sz="135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₹6.79L receivables card jumps straight to the ledger</a:t>
            </a:r>
            <a:endParaRPr lang="en-US" sz="1350" dirty="0"/>
          </a:p>
        </p:txBody>
      </p:sp>
      <p:pic>
        <p:nvPicPr>
          <p:cNvPr id="19" name="Image 0" descr="h_owner_d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554480"/>
            <a:ext cx="2651760" cy="5587258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pic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 •  SHREEJI TRADERS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&amp; Attendance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daily-wage team without paperwork.</a:t>
            </a:r>
            <a:endParaRPr lang="en-US" sz="1400" dirty="0"/>
          </a:p>
        </p:txBody>
      </p:sp>
      <p:pic>
        <p:nvPicPr>
          <p:cNvPr id="4" name="Image 0" descr="h_employe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286000" cy="4816602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pic>
      <p:pic>
        <p:nvPicPr>
          <p:cNvPr id="5" name="Image 1" descr="h_owner_att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463040"/>
            <a:ext cx="2286000" cy="4816602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715000" y="1618488"/>
            <a:ext cx="82296" cy="749808"/>
          </a:xfrm>
          <a:prstGeom prst="roundRect">
            <a:avLst>
              <a:gd name="adj" fmla="val 44444"/>
            </a:avLst>
          </a:prstGeom>
          <a:solidFill>
            <a:srgbClr val="2547BE"/>
          </a:solidFill>
          <a:ln/>
        </p:spPr>
      </p:sp>
      <p:sp>
        <p:nvSpPr>
          <p:cNvPr id="7" name="Text 3"/>
          <p:cNvSpPr/>
          <p:nvPr/>
        </p:nvSpPr>
        <p:spPr>
          <a:xfrm>
            <a:off x="5989320" y="15544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directory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989320" y="1929384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worker with role and per-day wage (₹500–₹900), active/inactive status, and search.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715000" y="2752344"/>
            <a:ext cx="82296" cy="749808"/>
          </a:xfrm>
          <a:prstGeom prst="roundRect">
            <a:avLst>
              <a:gd name="adj" fmla="val 44444"/>
            </a:avLst>
          </a:prstGeom>
          <a:solidFill>
            <a:srgbClr val="2547BE"/>
          </a:solidFill>
          <a:ln/>
        </p:spPr>
      </p:sp>
      <p:sp>
        <p:nvSpPr>
          <p:cNvPr id="10" name="Text 6"/>
          <p:cNvSpPr/>
          <p:nvPr/>
        </p:nvSpPr>
        <p:spPr>
          <a:xfrm>
            <a:off x="5989320" y="268833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Daily-wage model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989320" y="30632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= daily rate × payable days, with half-days counted as 0.5 — set once in Settings.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715000" y="3886200"/>
            <a:ext cx="82296" cy="749808"/>
          </a:xfrm>
          <a:prstGeom prst="roundRect">
            <a:avLst>
              <a:gd name="adj" fmla="val 44444"/>
            </a:avLst>
          </a:prstGeom>
          <a:solidFill>
            <a:srgbClr val="2547BE"/>
          </a:solidFill>
          <a:ln/>
        </p:spPr>
      </p:sp>
      <p:sp>
        <p:nvSpPr>
          <p:cNvPr id="13" name="Text 9"/>
          <p:cNvSpPr/>
          <p:nvPr/>
        </p:nvSpPr>
        <p:spPr>
          <a:xfrm>
            <a:off x="5989320" y="382219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calendar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989320" y="4197096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grid marks fully-present vs partial days; “Complete today's attendance” in one tap.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715000" y="5020056"/>
            <a:ext cx="82296" cy="749808"/>
          </a:xfrm>
          <a:prstGeom prst="roundRect">
            <a:avLst>
              <a:gd name="adj" fmla="val 44444"/>
            </a:avLst>
          </a:prstGeom>
          <a:solidFill>
            <a:srgbClr val="2547BE"/>
          </a:solidFill>
          <a:ln/>
        </p:spPr>
      </p:sp>
      <p:sp>
        <p:nvSpPr>
          <p:cNvPr id="16" name="Text 12"/>
          <p:cNvSpPr/>
          <p:nvPr/>
        </p:nvSpPr>
        <p:spPr>
          <a:xfrm>
            <a:off x="5989320" y="495604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5989320" y="533095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raise leave; pending requests badge the owner's menu (e.g. 2 waiting).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 •  SHREEJI TRADERS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Dues &amp; Accounting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Khatu for customer credit, Hisaab for the full money picture.</a:t>
            </a:r>
            <a:endParaRPr lang="en-US" sz="1400" dirty="0"/>
          </a:p>
        </p:txBody>
      </p:sp>
      <p:pic>
        <p:nvPicPr>
          <p:cNvPr id="4" name="Image 0" descr="h_kha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194560" cy="4623938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pic>
      <p:pic>
        <p:nvPicPr>
          <p:cNvPr id="5" name="Image 1" descr="h_fin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783080"/>
            <a:ext cx="2194560" cy="4623938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806440" y="1874520"/>
            <a:ext cx="5897880" cy="1325880"/>
          </a:xfrm>
          <a:prstGeom prst="roundRect">
            <a:avLst>
              <a:gd name="adj" fmla="val 6897"/>
            </a:avLst>
          </a:prstGeom>
          <a:solidFill>
            <a:srgbClr val="16234A"/>
          </a:solidFill>
          <a:ln w="12700">
            <a:solidFill>
              <a:srgbClr val="27356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035040" y="2130552"/>
            <a:ext cx="182880" cy="182880"/>
          </a:xfrm>
          <a:prstGeom prst="ellipse">
            <a:avLst/>
          </a:prstGeom>
          <a:solidFill>
            <a:srgbClr val="D8443B"/>
          </a:solidFill>
          <a:ln/>
        </p:spPr>
      </p:sp>
      <p:sp>
        <p:nvSpPr>
          <p:cNvPr id="8" name="Text 4"/>
          <p:cNvSpPr/>
          <p:nvPr/>
        </p:nvSpPr>
        <p:spPr>
          <a:xfrm>
            <a:off x="6309360" y="2011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Ledger (Khatu)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035040" y="240487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6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₹6.79L outstanding across 8 customers — wholesalers, agencies, kirana stores — filterable by All / Pending / Cleared, each with a call button.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806440" y="3291840"/>
            <a:ext cx="5897880" cy="1325880"/>
          </a:xfrm>
          <a:prstGeom prst="roundRect">
            <a:avLst>
              <a:gd name="adj" fmla="val 6897"/>
            </a:avLst>
          </a:prstGeom>
          <a:solidFill>
            <a:srgbClr val="16234A"/>
          </a:solidFill>
          <a:ln w="12700">
            <a:solidFill>
              <a:srgbClr val="27356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035040" y="3547872"/>
            <a:ext cx="182880" cy="182880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12" name="Text 8"/>
          <p:cNvSpPr/>
          <p:nvPr/>
        </p:nvSpPr>
        <p:spPr>
          <a:xfrm>
            <a:off x="6309360" y="3429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Expense (Hisaab)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035040" y="382219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6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आवक / खर्च / बचत summary (e.g. ₹2.15L in, ₹1.31L out, ₹83,975 saved) with a colour-coded transaction feed.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806440" y="4709160"/>
            <a:ext cx="5897880" cy="1325880"/>
          </a:xfrm>
          <a:prstGeom prst="roundRect">
            <a:avLst>
              <a:gd name="adj" fmla="val 6897"/>
            </a:avLst>
          </a:prstGeom>
          <a:solidFill>
            <a:srgbClr val="16234A"/>
          </a:solidFill>
          <a:ln w="12700">
            <a:solidFill>
              <a:srgbClr val="2735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35040" y="4965192"/>
            <a:ext cx="182880" cy="182880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16" name="Text 12"/>
          <p:cNvSpPr/>
          <p:nvPr/>
        </p:nvSpPr>
        <p:spPr>
          <a:xfrm>
            <a:off x="6309360" y="4846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&amp; Advances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035040" y="523951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6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runs off attendance; advances are tracked per employee and auto-deducted at payout.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 •  SHREEJI TRADERS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Employee's 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four-tab app so workers see exactly what matters to them.</a:t>
            </a:r>
            <a:endParaRPr lang="en-US" sz="1400" dirty="0"/>
          </a:p>
        </p:txBody>
      </p:sp>
      <p:pic>
        <p:nvPicPr>
          <p:cNvPr id="4" name="Image 0" descr="h_emp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1965960" cy="4142278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94360" y="612652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4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45571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Greeting, today's attendance &amp; month earnings so far</a:t>
            </a:r>
            <a:endParaRPr lang="en-US" sz="1100" dirty="0"/>
          </a:p>
        </p:txBody>
      </p:sp>
      <p:pic>
        <p:nvPicPr>
          <p:cNvPr id="7" name="Image 1" descr="h_emp_att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874520"/>
            <a:ext cx="1965960" cy="4142278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3200400" y="612652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4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154680" y="645571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calendar; present days, payable count, leave</a:t>
            </a:r>
            <a:endParaRPr lang="en-US" sz="1100" dirty="0"/>
          </a:p>
        </p:txBody>
      </p:sp>
      <p:pic>
        <p:nvPicPr>
          <p:cNvPr id="10" name="Image 2" descr="h_emp_sal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74520"/>
            <a:ext cx="1965960" cy="4142278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pic>
      <p:sp>
        <p:nvSpPr>
          <p:cNvPr id="11" name="Text 6"/>
          <p:cNvSpPr/>
          <p:nvPr/>
        </p:nvSpPr>
        <p:spPr>
          <a:xfrm>
            <a:off x="5806440" y="612652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4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760720" y="645571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pay (₹850×19 days) + full payment history</a:t>
            </a:r>
            <a:endParaRPr lang="en-US" sz="1100" dirty="0"/>
          </a:p>
        </p:txBody>
      </p:sp>
      <p:pic>
        <p:nvPicPr>
          <p:cNvPr id="13" name="Image 3" descr="h_emp_pro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874520"/>
            <a:ext cx="1965960" cy="4142278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pic>
      <p:sp>
        <p:nvSpPr>
          <p:cNvPr id="14" name="Text 8"/>
          <p:cNvSpPr/>
          <p:nvPr/>
        </p:nvSpPr>
        <p:spPr>
          <a:xfrm>
            <a:off x="8412480" y="612652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4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8366760" y="645571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details, join date, employer &amp; language switch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 •  SHREEJI TRADERS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HRMS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201168" cy="201168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70992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whole business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43000" y="2093976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6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attendance, payroll, customer dues and accounting — no more separate registers.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907792"/>
            <a:ext cx="201168" cy="201168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7889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local shop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317296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6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Gujarati-first UI, rupee formatting (lakh/crore), daily-wage logic that matches how they actually pay.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986784"/>
            <a:ext cx="201168" cy="201168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86791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Role-appropriate access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43000" y="4251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6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get control and oversight; employees get a simple, private view of their own work and pay.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5065776"/>
            <a:ext cx="201168" cy="201168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4690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money trail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43000" y="533095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6D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collection, expense, salary and advance is logged and summarised month by month.</a:t>
            </a:r>
            <a:endParaRPr lang="en-US" sz="1300" dirty="0"/>
          </a:p>
        </p:txBody>
      </p:sp>
      <p:pic>
        <p:nvPicPr>
          <p:cNvPr id="15" name="Image 0" descr="h_emp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640080"/>
            <a:ext cx="2697480" cy="568359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pic>
      <p:sp>
        <p:nvSpPr>
          <p:cNvPr id="16" name="Shape 13"/>
          <p:cNvSpPr/>
          <p:nvPr/>
        </p:nvSpPr>
        <p:spPr>
          <a:xfrm>
            <a:off x="777240" y="6035040"/>
            <a:ext cx="7040880" cy="0"/>
          </a:xfrm>
          <a:prstGeom prst="line">
            <a:avLst/>
          </a:prstGeom>
          <a:noFill/>
          <a:ln w="12700">
            <a:solidFill>
              <a:srgbClr val="3A56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61447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 •  Shreeji Traders  •  Staff • Attendance • Salary • Ledger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2026-07-27T04:49:10Z</dcterms:created>
  <dcterms:modified xsi:type="dcterms:W3CDTF">2026-07-27T04:49:10Z</dcterms:modified>
</cp:coreProperties>
</file>